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Masters/slideMaster3.xml" ContentType="application/vnd.openxmlformats-officedocument.presentationml.slide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3" r:id="rId3"/>
  </p:sldMasterIdLst>
  <p:notesMasterIdLst>
    <p:notesMasterId r:id="rId1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498679376" y="0"/>
      </p:cViewPr>
      <p:guideLst>
        <p:guide pos="3175"/>
        <p:guide pos="1786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9DF207-26C3-5199-262D-FD0330C7E368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714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570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6108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1FE6C4-767E-B488-6EB5-22A2F282F56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31368-186F-BD52-D477-43C0F6B85B7A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6F805-A664-DFC2-388C-91217524A744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FB789-BB4E-69DD-2B4F-8F70857A642A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CDDFE-24F3-33BD-282E-3BE0CE54E7FA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E444BA-5D97-932B-8FBF-1642A260E33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E77548-8030-DCD6-7AB1-BDF6EEBD0AEA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CA15C0-5B34-B4A6-8CF6-262977438AC0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Ligh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 bwMode="auto"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F2E0D191-0212-478F-8363-7AE31511C61C}" type="slidenum">
              <a:rPr/>
              <a:t>&lt;#&gt;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Lights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 bwMode="auto"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D3611D1D-6684-402B-B12A-3291D003A8D3}" type="slidenum">
              <a:rPr/>
              <a:t>&lt;#&gt;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Lights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 bwMode="auto"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Aft>
                <a:spcPts val="1060"/>
              </a:spcAft>
              <a:buNone/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6DDC41CD-B7C1-41D3-AA42-A872BD30EE54}" type="slidenum">
              <a:rPr/>
              <a:t>&lt;#&gt;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Lights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 bwMode="auto"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B2416487-E76C-492A-BF1C-3095EFA9A490}" type="slidenum">
              <a:rPr/>
              <a:t>&lt;#&gt;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 bwMode="auto"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3300" b="0" u="none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 bwMode="auto"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  <a:p>
            <a:pPr marL="864000" lvl="1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ru-RU" sz="2100" b="0" u="none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FFFFFF"/>
              </a:solidFill>
              <a:latin typeface="Arial"/>
            </a:endParaRPr>
          </a:p>
          <a:p>
            <a:pPr marL="1296000" lvl="2" indent="-288000">
              <a:spcAft>
                <a:spcPts val="63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  <a:p>
            <a:pPr marL="1728000" lvl="3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ru-RU" sz="1500" b="0" u="none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FFFFFF"/>
              </a:solidFill>
              <a:latin typeface="Arial"/>
            </a:endParaRPr>
          </a:p>
          <a:p>
            <a:pPr marL="216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FFFFFF"/>
              </a:solidFill>
              <a:latin typeface="Arial"/>
            </a:endParaRPr>
          </a:p>
          <a:p>
            <a:pPr marL="2592000" lvl="5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FFFFFF"/>
              </a:solidFill>
              <a:latin typeface="Arial"/>
            </a:endParaRPr>
          </a:p>
          <a:p>
            <a:pPr marL="3024000" lvl="6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 bwMode="auto"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  <a:defRPr/>
            </a:pPr>
            <a:r>
              <a:rPr lang="ru-RU" sz="1400" b="0" u="none" strike="noStrike">
                <a:solidFill>
                  <a:srgbClr val="FFFFFF"/>
                </a:solidFill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 bwMode="auto"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  <a:defRPr/>
            </a:pPr>
            <a:r>
              <a:rPr lang="ru-RU" sz="1400" b="0" u="none" strike="noStrike">
                <a:solidFill>
                  <a:srgbClr val="FFFFFF"/>
                </a:solidFill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 bwMode="auto"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  <a:defRPr/>
            </a:pPr>
            <a:fld id="{1953D2B0-3233-407B-A9CE-335B2D14CD60}" type="slidenum">
              <a:rPr lang="ru-RU" sz="1400" b="0" u="none" strike="noStrike">
                <a:solidFill>
                  <a:srgbClr val="FFFFFF"/>
                </a:solidFill>
                <a:latin typeface="Arial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 bwMode="auto"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 bwMode="auto"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 bwMode="auto"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 bwMode="auto"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 bwMode="auto"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 bwMode="auto"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 bwMode="auto"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 bwMode="auto"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 bwMode="auto"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 bwMode="auto"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 bwMode="auto"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 bwMode="auto">
          <a:xfrm>
            <a:off x="360" y="36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 bwMode="auto">
          <a:xfrm flipH="1">
            <a:off x="-288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 bwMode="auto"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>
              <a:defRPr/>
            </a:pPr>
            <a:r>
              <a:rPr lang="ru-RU" sz="1400" b="0" u="none" strike="noStrike">
                <a:solidFill>
                  <a:srgbClr val="FFFFFF"/>
                </a:solidFill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 bwMode="auto"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defRPr/>
            </a:pPr>
            <a:fld id="{86FEAB1B-5C06-4091-B4EE-E4422E6206E0}" type="slidenum">
              <a:rPr lang="ru-RU" sz="1400" b="0" u="none" strike="noStrike">
                <a:solidFill>
                  <a:srgbClr val="FFFFFF"/>
                </a:solidFill>
                <a:latin typeface="Arial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 bwMode="auto"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 bwMode="auto"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 bwMode="auto">
          <a:xfrm>
            <a:off x="9000360" y="270036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 bwMode="auto">
          <a:xfrm>
            <a:off x="-179640" y="243036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 bwMode="auto"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 bwMode="auto"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 bwMode="auto">
          <a:xfrm>
            <a:off x="360" y="522036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 bwMode="auto">
          <a:xfrm>
            <a:off x="9720360" y="468036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 bwMode="auto">
          <a:xfrm>
            <a:off x="954036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 bwMode="auto">
          <a:xfrm>
            <a:off x="8100360" y="468036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 bwMode="auto">
          <a:xfrm>
            <a:off x="7920360" y="540036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3300" b="0" u="none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 bwMode="auto"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1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Aft>
                <a:spcPts val="631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4"/>
          </p:nvPr>
        </p:nvSpPr>
        <p:spPr bwMode="auto"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  <a:defRPr/>
            </a:pPr>
            <a:r>
              <a:rPr lang="ru-RU" sz="1400" b="0" u="none" strike="noStrike">
                <a:solidFill>
                  <a:srgbClr val="FFFFFF"/>
                </a:solidFill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5"/>
          </p:nvPr>
        </p:nvSpPr>
        <p:spPr bwMode="auto"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  <a:defRPr/>
            </a:pPr>
            <a:r>
              <a:rPr lang="ru-RU" sz="1400" b="0" u="none" strike="noStrike">
                <a:solidFill>
                  <a:srgbClr val="FFFFFF"/>
                </a:solidFill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6"/>
          </p:nvPr>
        </p:nvSpPr>
        <p:spPr bwMode="auto"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  <a:defRPr/>
            </a:pPr>
            <a:fld id="{4A72393C-CD01-477A-BB3F-FE177A1030B9}" type="slidenum">
              <a:rPr lang="ru-RU" sz="1400" b="0" u="none" strike="noStrike">
                <a:solidFill>
                  <a:srgbClr val="FFFFFF"/>
                </a:solidFill>
                <a:latin typeface="Arial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 bwMode="auto">
          <a:xfrm>
            <a:off x="0" y="360"/>
            <a:ext cx="1008000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 bwMode="auto">
          <a:xfrm flipH="1">
            <a:off x="-252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 bwMode="auto">
          <a:xfrm>
            <a:off x="0" y="1260360"/>
            <a:ext cx="10260000" cy="449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 bwMode="auto"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 bwMode="auto"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defRPr/>
            </a:pPr>
            <a:fld id="{69755C81-42B0-44F8-8929-581441245847}" type="slidenum">
              <a:rPr lang="ru-RU" sz="1400" b="0" u="none" strike="noStrike">
                <a:solidFill>
                  <a:srgbClr val="000000"/>
                </a:solidFill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 bwMode="auto"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 bwMode="auto"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 bwMode="auto"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 bwMode="auto"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b">
            <a:noAutofit/>
          </a:bodyPr>
          <a:p>
            <a:pPr>
              <a:defRPr/>
            </a:pP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3300" b="0" u="none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 bwMode="auto"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1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5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7"/>
          </p:nvPr>
        </p:nvSpPr>
        <p:spPr bwMode="auto"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8"/>
          </p:nvPr>
        </p:nvSpPr>
        <p:spPr bwMode="auto"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9"/>
          </p:nvPr>
        </p:nvSpPr>
        <p:spPr bwMode="auto"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defRPr/>
            </a:pPr>
            <a:fld id="{01CAB863-5F32-45A7-8DCB-7C63933E21CE}" type="slidenum">
              <a:rPr lang="ru-RU" sz="1400" b="0" u="none" strike="noStrike">
                <a:solidFill>
                  <a:srgbClr val="000000"/>
                </a:solidFill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Relationship Id="rId6" Type="http://schemas.openxmlformats.org/officeDocument/2006/relationships/image" Target="../media/media2.svg"/><Relationship Id="rId7" Type="http://schemas.openxmlformats.org/officeDocument/2006/relationships/image" Target="../media/image3.png"/><Relationship Id="rId8" Type="http://schemas.openxmlformats.org/officeDocument/2006/relationships/image" Target="../media/media3.sv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media4.svg"/><Relationship Id="rId12" Type="http://schemas.openxmlformats.org/officeDocument/2006/relationships/image" Target="../media/image6.png"/><Relationship Id="rId13" Type="http://schemas.openxmlformats.org/officeDocument/2006/relationships/image" Target="../media/media5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 bwMode="auto">
          <a:xfrm>
            <a:off x="504000" y="142884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3300" b="1" u="none" strike="noStrike">
                <a:solidFill>
                  <a:srgbClr val="FFFFFF"/>
                </a:solidFill>
                <a:latin typeface="Arial"/>
              </a:rPr>
              <a:t>Frontend &amp; Backend «Цифриум»</a:t>
            </a:r>
            <a:endParaRPr sz="3300" b="1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 bwMode="auto">
          <a:xfrm>
            <a:off x="504000" y="2592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2400" b="0" u="none" strike="noStrike">
                <a:solidFill>
                  <a:srgbClr val="FFFFFF"/>
                </a:solidFill>
                <a:latin typeface="Arial"/>
              </a:rPr>
              <a:t>Шарипов Булат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buNone/>
              <a:defRPr/>
            </a:pPr>
            <a:r>
              <a:rPr lang="ru-RU" sz="2400" b="0" u="none" strike="noStrike">
                <a:solidFill>
                  <a:srgbClr val="FFFFFF"/>
                </a:solidFill>
                <a:latin typeface="Arial"/>
              </a:rPr>
              <a:t>Команда «Машинисты»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844659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3300" b="1" u="none" strike="noStrike">
                <a:solidFill>
                  <a:srgbClr val="FFFFFF"/>
                </a:solidFill>
                <a:latin typeface="Arial"/>
              </a:rPr>
              <a:t>Стэк</a:t>
            </a:r>
            <a:endParaRPr lang="ru-RU" sz="3300" b="1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2546761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098622" y="1856292"/>
            <a:ext cx="790142" cy="790142"/>
          </a:xfrm>
          <a:prstGeom prst="rect">
            <a:avLst/>
          </a:prstGeom>
        </p:spPr>
      </p:pic>
      <p:sp>
        <p:nvSpPr>
          <p:cNvPr id="67385724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986869" y="1994139"/>
            <a:ext cx="4536312" cy="5144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Next.js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9347057" name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1098622" y="2835274"/>
            <a:ext cx="790142" cy="790142"/>
          </a:xfrm>
          <a:prstGeom prst="rect">
            <a:avLst/>
          </a:prstGeom>
        </p:spPr>
      </p:pic>
      <p:sp>
        <p:nvSpPr>
          <p:cNvPr id="1548416553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986869" y="2973121"/>
            <a:ext cx="4536312" cy="5144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React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2335856" name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1098622" y="3798598"/>
            <a:ext cx="790142" cy="790142"/>
          </a:xfrm>
          <a:prstGeom prst="rect">
            <a:avLst/>
          </a:prstGeom>
        </p:spPr>
      </p:pic>
      <p:sp>
        <p:nvSpPr>
          <p:cNvPr id="244293081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986869" y="3936445"/>
            <a:ext cx="4536312" cy="5144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TypeScript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4189049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flipH="0" flipV="0">
            <a:off x="8541817" y="3882326"/>
            <a:ext cx="539829" cy="595958"/>
          </a:xfrm>
          <a:prstGeom prst="rect">
            <a:avLst/>
          </a:prstGeom>
        </p:spPr>
      </p:pic>
      <p:sp>
        <p:nvSpPr>
          <p:cNvPr id="101493196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3784496" y="3936445"/>
            <a:ext cx="4536312" cy="5144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r">
              <a:buNone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Auth.js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5373748" name="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 bwMode="auto">
          <a:xfrm flipH="0" flipV="0">
            <a:off x="8412272" y="1927158"/>
            <a:ext cx="756647" cy="756647"/>
          </a:xfrm>
          <a:prstGeom prst="rect">
            <a:avLst/>
          </a:prstGeom>
        </p:spPr>
      </p:pic>
      <p:sp>
        <p:nvSpPr>
          <p:cNvPr id="799768437" name="PlaceHolder 2"/>
          <p:cNvSpPr>
            <a:spLocks noGrp="1"/>
          </p:cNvSpPr>
          <p:nvPr/>
        </p:nvSpPr>
        <p:spPr bwMode="auto">
          <a:xfrm flipH="0" flipV="0">
            <a:off x="3784496" y="2048258"/>
            <a:ext cx="4536311" cy="51444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>
              <a:buNone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Shadcn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6697958" name="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 bwMode="auto">
          <a:xfrm flipH="0" flipV="0">
            <a:off x="8509176" y="2981908"/>
            <a:ext cx="605113" cy="605113"/>
          </a:xfrm>
          <a:prstGeom prst="rect">
            <a:avLst/>
          </a:prstGeom>
        </p:spPr>
      </p:pic>
      <p:sp>
        <p:nvSpPr>
          <p:cNvPr id="900008898" name="PlaceHolder 2"/>
          <p:cNvSpPr>
            <a:spLocks noGrp="1"/>
          </p:cNvSpPr>
          <p:nvPr/>
        </p:nvSpPr>
        <p:spPr bwMode="auto">
          <a:xfrm flipH="0" flipV="0">
            <a:off x="3784496" y="3027240"/>
            <a:ext cx="4536311" cy="51444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>
              <a:buNone/>
              <a:defRPr/>
            </a:pPr>
            <a:r>
              <a:rPr lang="en-US" sz="2400" b="0" u="none" strike="noStrike">
                <a:solidFill>
                  <a:srgbClr val="FFFFFF"/>
                </a:solidFill>
                <a:latin typeface="Arial"/>
              </a:rPr>
              <a:t>Tailwindcss</a:t>
            </a:r>
            <a:endParaRPr lang="ru-RU" sz="2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" name="" descr=""/>
          <p:cNvPicPr/>
          <p:nvPr/>
        </p:nvPicPr>
        <p:blipFill>
          <a:blip r:embed="rId3">
            <a:alphaModFix amt="70000"/>
          </a:blip>
          <a:stretch/>
        </p:blipFill>
        <p:spPr bwMode="auto">
          <a:xfrm>
            <a:off x="1433520" y="244800"/>
            <a:ext cx="7314120" cy="5225039"/>
          </a:xfrm>
          <a:prstGeom prst="rect">
            <a:avLst/>
          </a:prstGeom>
          <a:solidFill>
            <a:srgbClr val="555555"/>
          </a:solidFill>
          <a:ln w="180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" name="" descr=""/>
          <p:cNvPicPr/>
          <p:nvPr/>
        </p:nvPicPr>
        <p:blipFill>
          <a:blip r:embed="rId3">
            <a:alphaModFix amt="70000"/>
          </a:blip>
          <a:stretch/>
        </p:blipFill>
        <p:spPr bwMode="auto">
          <a:xfrm>
            <a:off x="1123920" y="22680"/>
            <a:ext cx="7933680" cy="5669640"/>
          </a:xfrm>
          <a:prstGeom prst="rect">
            <a:avLst/>
          </a:prstGeom>
          <a:solidFill>
            <a:srgbClr val="555555">
              <a:alpha val="99999"/>
            </a:srgbClr>
          </a:solidFill>
          <a:ln w="180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" name="" descr=""/>
          <p:cNvPicPr/>
          <p:nvPr/>
        </p:nvPicPr>
        <p:blipFill>
          <a:blip r:embed="rId3">
            <a:alphaModFix amt="70000"/>
          </a:blip>
          <a:stretch/>
        </p:blipFill>
        <p:spPr bwMode="auto">
          <a:xfrm>
            <a:off x="1192680" y="141120"/>
            <a:ext cx="7786800" cy="5432760"/>
          </a:xfrm>
          <a:prstGeom prst="rect">
            <a:avLst/>
          </a:prstGeom>
          <a:solidFill>
            <a:srgbClr val="555555"/>
          </a:solidFill>
          <a:ln w="18000">
            <a:noFill/>
          </a:ln>
        </p:spPr>
      </p:pic>
      <p:sp>
        <p:nvSpPr>
          <p:cNvPr id="1328523075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3300" b="1" u="none" strike="noStrike">
                <a:solidFill>
                  <a:srgbClr val="FFFFFF"/>
                </a:solidFill>
                <a:latin typeface="Arial"/>
              </a:rPr>
              <a:t>Dashboard-часть с логикой</a:t>
            </a:r>
            <a:endParaRPr lang="ru-RU" sz="3300" b="1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3">
            <a:alphaModFix amt="70000"/>
          </a:blip>
          <a:stretch/>
        </p:blipFill>
        <p:spPr bwMode="auto">
          <a:xfrm>
            <a:off x="956879" y="1281240"/>
            <a:ext cx="8166240" cy="3917519"/>
          </a:xfrm>
          <a:prstGeom prst="rect">
            <a:avLst/>
          </a:prstGeom>
          <a:solidFill>
            <a:srgbClr val="555555"/>
          </a:solidFill>
          <a:ln w="180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3300" b="1" u="none" strike="noStrike">
                <a:solidFill>
                  <a:srgbClr val="FFFFFF"/>
                </a:solidFill>
                <a:latin typeface="Arial"/>
              </a:rPr>
              <a:t>Редактирование передаваемого prompt’а</a:t>
            </a:r>
            <a:endParaRPr lang="ru-RU" sz="3300" b="1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3">
            <a:alphaModFix amt="70000"/>
          </a:blip>
          <a:stretch/>
        </p:blipFill>
        <p:spPr bwMode="auto">
          <a:xfrm>
            <a:off x="638280" y="1281240"/>
            <a:ext cx="8803440" cy="3917519"/>
          </a:xfrm>
          <a:prstGeom prst="rect">
            <a:avLst/>
          </a:prstGeom>
          <a:solidFill>
            <a:srgbClr val="555555"/>
          </a:solidFill>
          <a:ln w="180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3200" b="1" u="none" strike="noStrike">
                <a:solidFill>
                  <a:srgbClr val="FFFFFF"/>
                </a:solidFill>
                <a:latin typeface="Arial"/>
              </a:rPr>
              <a:t>Markdown-предпросмотр и {content} вставка</a:t>
            </a:r>
            <a:endParaRPr lang="ru-RU" sz="3200" b="1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3">
            <a:alphaModFix amt="70000"/>
          </a:blip>
          <a:stretch/>
        </p:blipFill>
        <p:spPr bwMode="auto">
          <a:xfrm>
            <a:off x="638280" y="1281240"/>
            <a:ext cx="8803440" cy="3917519"/>
          </a:xfrm>
          <a:prstGeom prst="rect">
            <a:avLst/>
          </a:prstGeom>
          <a:solidFill>
            <a:srgbClr val="555555"/>
          </a:solidFill>
          <a:ln w="180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095519" name="PlaceHolder 1"/>
          <p:cNvSpPr>
            <a:spLocks noGrp="1"/>
          </p:cNvSpPr>
          <p:nvPr>
            <p:ph type="title"/>
          </p:nvPr>
        </p:nvSpPr>
        <p:spPr bwMode="auto">
          <a:xfrm>
            <a:off x="540000" y="2340274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r">
              <a:defRPr/>
            </a:pPr>
            <a:r>
              <a:rPr lang="ru-RU" sz="3600" b="1">
                <a:solidFill>
                  <a:schemeClr val="bg1"/>
                </a:solidFill>
              </a:rPr>
              <a:t>Спасибо!</a:t>
            </a:r>
            <a:endParaRPr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ONLYOFFICE/8.3.2.19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Lights</dc:title>
  <dc:subject/>
  <dc:creator/>
  <dc:description/>
  <dc:language>ru-RU</dc:language>
  <cp:lastModifiedBy/>
  <cp:revision>4</cp:revision>
  <dcterms:created xsi:type="dcterms:W3CDTF">2025-04-21T19:55:49Z</dcterms:created>
  <dcterms:modified xsi:type="dcterms:W3CDTF">2025-04-21T17:24:46Z</dcterms:modified>
</cp:coreProperties>
</file>