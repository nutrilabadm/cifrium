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 с тайм кодами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[00:00] Введение</a:t>
            </a:r>
          </a:p>
          <a:p>
            <a:pPr/>
            <a:r>
              <a:t>• [00:35] Консервативное течение: теория официальной народности</a:t>
            </a:r>
          </a:p>
          <a:p>
            <a:pPr/>
            <a:r>
              <a:t>• [01:10] Ключевые представители консерваторов</a:t>
            </a:r>
          </a:p>
          <a:p>
            <a:pPr/>
            <a:r>
              <a:t>• [01:38] Либеральное течение: западники и славянофилы</a:t>
            </a:r>
          </a:p>
          <a:p>
            <a:pPr/>
            <a:r>
              <a:t>• [02:04] Различия между западниками и славянофилами</a:t>
            </a:r>
          </a:p>
          <a:p>
            <a:pPr/>
            <a:r>
              <a:t>• [02:34] Идеи славянофилов</a:t>
            </a:r>
          </a:p>
          <a:p>
            <a:pPr/>
            <a:r>
              <a:t>• [03:00] Славянофилы о земских соборах</a:t>
            </a:r>
          </a:p>
          <a:p>
            <a:pPr/>
            <a:r>
              <a:t>• [03:33] Идеи западников</a:t>
            </a:r>
          </a:p>
          <a:p>
            <a:pPr/>
            <a:r>
              <a:t>• [04:02] Влияние Чаадаева на общественную мысль</a:t>
            </a:r>
          </a:p>
          <a:p>
            <a:pPr/>
            <a:r>
              <a:t>• [04:33] Оценка идей Чаадаева</a:t>
            </a:r>
          </a:p>
          <a:p>
            <a:pPr/>
            <a:r>
              <a:t>• [05:01] Студенческие кружки и тайные общества</a:t>
            </a:r>
          </a:p>
          <a:p>
            <a:pPr/>
            <a:r>
              <a:t>• [05:32] Кружок братьев Курсантов</a:t>
            </a:r>
          </a:p>
          <a:p>
            <a:pPr/>
            <a:r>
              <a:t>• [06:02] Кружок Герцена и Огарева</a:t>
            </a:r>
          </a:p>
          <a:p>
            <a:pPr/>
            <a:r>
              <a:t>• [06:30] Кружок Петрашевского и его члены</a:t>
            </a:r>
          </a:p>
          <a:p>
            <a:pPr/>
            <a:r>
              <a:t>• [07:00] 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Консерватизм - политическая доктрина, утверждающая необходимость сохранения традиционных ценностей и институтов</a:t>
            </a:r>
          </a:p>
          <a:p>
            <a:pPr/>
            <a:r>
              <a:t>• Официальная народность - государственная идеология, разработанная Уваровым, основанная на принципах самодержавия, православия и народности</a:t>
            </a:r>
          </a:p>
          <a:p>
            <a:pPr/>
            <a:r>
              <a:t>• Либерализм - политическая философия, выступающая за расширение прав и свобод человека, ограниченное правительство и рыночную экономику</a:t>
            </a:r>
          </a:p>
          <a:p>
            <a:pPr/>
            <a:r>
              <a:t>• Западничество - направление общественной мысли, считавшее, что Россия должна развиваться по европейскому пути</a:t>
            </a:r>
          </a:p>
          <a:p>
            <a:pPr/>
            <a:r>
              <a:t>• Славянофильство - направление общественной мысли, утверждавшее необходимость сохранения самобытности России и ее отличия от Европы</a:t>
            </a:r>
          </a:p>
          <a:p>
            <a:pPr/>
            <a:r>
              <a:t>• Утопический социализм - социалистическая теория, предполагающая создание идеальных обществ на основе равенства и сотрудничества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Уваров, Сергей Семенович (1797-1855) - идеолог консерватизма, разработчик теории официальной народности</a:t>
            </a:r>
          </a:p>
          <a:p>
            <a:pPr/>
            <a:r>
              <a:t>• Чаадаев, Петр Яковлевич (1794-1856) - публицист и философ, автор "Философских писем", критиковавших российскую действительность</a:t>
            </a:r>
          </a:p>
          <a:p>
            <a:pPr/>
            <a:r>
              <a:t>• Герцен, Александр Иванович (1812-1870) - революционер, философ и писатель, основатель "Русской типографии" в Лондоне</a:t>
            </a:r>
          </a:p>
          <a:p>
            <a:pPr/>
            <a:r>
              <a:t>• Славянофилы - группа русских мыслителей, выступавших за сохранение самобытности России</a:t>
            </a:r>
          </a:p>
          <a:p>
            <a:pPr/>
            <a:r>
              <a:t>• Западники - группа русских мыслителей, выступавших за европеизацию России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40079">
                <a:tc>
                  <a:txBody>
                    <a:bodyPr/>
                    <a:lstStyle/>
                    <a:p>
                      <a:r>
                        <a:rPr sz="900"/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Консерватизм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Западничество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Славянофильство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Отношение к Петру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Отрицание реформ, возвращение к "истинным" ценностям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Положительное, как начало модернизации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Неоднозначное, признание прогрессивных сторон, но критика насильственного навязывания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Представления о будущем России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Сохранение самодержавия и традиционных институтов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Конституционная монархия, парламент, рыночная 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Сохранение самодержавия с элементами народного представительства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Отношение к Европе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Отрицание европейского опыта, поиск "особого пути"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Признание европейского опыта, необходимость догонять Европу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Критика европейской цивилизации, поиск путей развития на основе самобытности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Основной метод преобразований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Реакция, отказ от нововведений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Реформы, заимствование европейского опыта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Органическое развитие, сохранение традиций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900"/>
                        <a:t>Представители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Уваров, Устрялов, Булгарин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Грановский, Ковелин, Тургенев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Аксаковы, Хомяков, Самарин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1830-е - 1850-е - период активного развития общественного движения в России</a:t>
            </a:r>
          </a:p>
          <a:p>
            <a:pPr/>
            <a:r>
              <a:t>• 1836 - публикация "Философских писем" Чаадаева и закрытие журнала "Телескоп"</a:t>
            </a:r>
          </a:p>
          <a:p>
            <a:pPr/>
            <a:r>
              <a:t>• 1840-е - активизация революционных кружков и тайных обществ</a:t>
            </a:r>
          </a:p>
          <a:p>
            <a:pPr/>
            <a:r>
              <a:t>• 1845-1849 - деятельность кружка Петрашевского и его разоблачение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Чек-лист для проверки знаний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Каковы основные принципы теории официальной народности Уварова?</a:t>
            </a:r>
            <a:br/>
            <a:r>
              <a:t>   а) Самодержавие, православие, прогресс</a:t>
            </a:r>
            <a:br/>
            <a:r>
              <a:t>   б) Самодержавие, православие, народность</a:t>
            </a:r>
            <a:br/>
            <a:r>
              <a:t>   в) Свобода, равенство, братство</a:t>
            </a:r>
          </a:p>
          <a:p>
            <a:pPr/>
            <a:r>
              <a:t>2. В чем основное различие между западниками и славянофилами?</a:t>
            </a:r>
            <a:br/>
            <a:r>
              <a:t>   а) Западники выступали за сохранение самодержавия, славянофилы - за конституцию</a:t>
            </a:r>
            <a:br/>
            <a:r>
              <a:t>   б) Западники видели будущее России в Европе, славянофилы - в самобытном развитии</a:t>
            </a:r>
            <a:br/>
            <a:r>
              <a:t>   в) Западники поддерживали крепостное право, славянофилы - выступали против</a:t>
            </a:r>
          </a:p>
          <a:p>
            <a:pPr/>
            <a:r>
              <a:t>3. Какую роль сыграли "Философские письма" Чаадаева в развитии российской общественной мысли?</a:t>
            </a:r>
            <a:br/>
            <a:r>
              <a:t>   а) Поддержали государственную идеологию</a:t>
            </a:r>
            <a:br/>
            <a:r>
              <a:t>   б) Вызвали широкую поддержку интеллигенции</a:t>
            </a:r>
            <a:br/>
            <a:r>
              <a:t>   в) Критиковали российскую действительность и способствовали формированию оппозиционных взглядов</a:t>
            </a:r>
          </a:p>
          <a:p>
            <a:pPr/>
            <a:r>
              <a:t>4. В чем суть идей утопического социализма, повлиявших на русских мыслителей?</a:t>
            </a:r>
            <a:br/>
            <a:r>
              <a:t>   а) Необходимость насильственной революции для установления равенства</a:t>
            </a:r>
            <a:br/>
            <a:r>
              <a:t>   б) Возможность создания идеальных обществ на основе добровольного сотрудничества</a:t>
            </a:r>
            <a:br/>
            <a:r>
              <a:t>   в) Важность классовой борьбы и диктатуры пролетариата</a:t>
            </a:r>
          </a:p>
          <a:p>
            <a:pPr/>
            <a:r>
              <a:t>5. Почему кружок Петрашевского был раскрыт и какие последствия это имело для его участников?</a:t>
            </a:r>
            <a:br/>
            <a:r>
              <a:t>   а) Участники были обнаружены заговор с целью убийства императора</a:t>
            </a:r>
            <a:br/>
            <a:r>
              <a:t>   б) Кружок был раскрыт из-за доносительства, а участники получили различные наказания</a:t>
            </a:r>
            <a:br/>
            <a:r>
              <a:t>   в) Участники сами сдались властям в надежде на смягчение приговора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23</cp:revision>
  <dcterms:created xsi:type="dcterms:W3CDTF">2025-04-09T13:28:27Z</dcterms:created>
  <dcterms:modified xsi:type="dcterms:W3CDTF">2025-04-15T14:41:03Z</dcterms:modified>
</cp:coreProperties>
</file>