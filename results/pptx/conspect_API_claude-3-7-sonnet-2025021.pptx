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# 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Основные направления общественного движения</a:t>
            </a:r>
          </a:p>
          <a:p>
            <a:r>
              <a:t>2. Консервативное направление </a:t>
            </a:r>
          </a:p>
          <a:p>
            <a:r>
              <a:t>3. Либеральное направление (западники и славянофилы)</a:t>
            </a:r>
          </a:p>
          <a:p>
            <a:r>
              <a:t>4. Революционное (радикальное) направление</a:t>
            </a:r>
          </a:p>
          <a:p>
            <a:r>
              <a:t>5. Студенческие кружки 1820-30-х годов</a:t>
            </a:r>
          </a:p>
          <a:p/>
          <a:p>
            <a:r>
              <a:t>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Три направления общественного движения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**Консервативное** — сохранение самодержавия и существующего порядка</a:t>
            </a:r>
          </a:p>
          <a:p>
            <a:r>
              <a:t>- **Либеральное** — реформирование государства, отмена крепостного права</a:t>
            </a:r>
          </a:p>
          <a:p>
            <a:r>
              <a:t>- **Радикальное** — революционные преобразования общества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Теория официальной народности (С.С. Уваров)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Базировалась на трех принципах:</a:t>
            </a:r>
          </a:p>
          <a:p>
            <a:r>
              <a:t>- **Самодержавие** — основа жизни русского общества</a:t>
            </a:r>
          </a:p>
          <a:p>
            <a:r>
              <a:t>- **Православие** — ориентация на общее благо и справедливость</a:t>
            </a:r>
          </a:p>
          <a:p>
            <a:r>
              <a:t>- **Народность** — единство народа, сплоченного вокруг царя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Либеральные течения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**Славянофильство** — религиозно-философское течение, выступавшее за самобытный путь развития России</a:t>
            </a:r>
          </a:p>
          <a:p>
            <a:r>
              <a:t>- **Западничество** — движение за европейский путь развития России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Революционное направление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Продолжение идей декабристов</a:t>
            </a:r>
          </a:p>
          <a:p>
            <a:r>
              <a:t>- Влияние французского утопического социализма</a:t>
            </a:r>
          </a:p>
          <a:p>
            <a:r>
              <a:t>- Идея революции как единственного пути преобразования государства</a:t>
            </a:r>
          </a:p>
          <a:p/>
          <a:p>
            <a:r>
              <a:t>#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Консерваторы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**Сергей Семенович Уваров** — идеолог консерватизма, автор теории официальной народности</a:t>
            </a:r>
          </a:p>
          <a:p>
            <a:r>
              <a:t>- **Николай Герасимович Устрялов** — сторонник консервативных идей</a:t>
            </a:r>
          </a:p>
          <a:p>
            <a:r>
              <a:t>- **Михаил Петрович Погодин** — историк, консерватор</a:t>
            </a:r>
          </a:p>
          <a:p>
            <a:r>
              <a:t>- **Фаддей Венедиктович Булгарин** — писатель, журналист</a:t>
            </a:r>
          </a:p>
          <a:p>
            <a:r>
              <a:t>- **Николай Иванович Греч** — писатель, редактор</a:t>
            </a:r>
          </a:p>
          <a:p>
            <a:r>
              <a:t>- **Михаил Николаевич Загоскин** — писатель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Славянофилы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**Алексей и Константин Аксаковы** — теоретики славянофильства</a:t>
            </a:r>
          </a:p>
          <a:p>
            <a:r>
              <a:t>- **Иван и Петр Киреевские** — идеологи славянофильства</a:t>
            </a:r>
          </a:p>
          <a:p>
            <a:r>
              <a:t>- **Юрий Федорович Самарин** — общественный деятель</a:t>
            </a:r>
          </a:p>
          <a:p>
            <a:r>
              <a:t>- **Александр Иванович Кошелев** — публицист</a:t>
            </a:r>
          </a:p>
          <a:p>
            <a:r>
              <a:t>- **Александр Степанович Хомяков** — основоположник идей славянофилов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Западники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**Тимофей Николаевич Грановский** — историк, лидер западников</a:t>
            </a:r>
          </a:p>
          <a:p>
            <a:r>
              <a:t>- **Сергей Михайлович Соловьев** — историк</a:t>
            </a:r>
          </a:p>
          <a:p>
            <a:r>
              <a:t>- **Константин Дмитриевич Кавелин** — историк, юрист</a:t>
            </a:r>
          </a:p>
          <a:p>
            <a:r>
              <a:t>- **Павел Васильевич Анненков** — литературный критик</a:t>
            </a:r>
          </a:p>
          <a:p>
            <a:r>
              <a:t>- **Василий Петрович Боткин** — литературный критик</a:t>
            </a:r>
          </a:p>
          <a:p>
            <a:r>
              <a:t>- **Иван Сергеевич Тургенев** — писатель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Влиявшие на оба либеральных направления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**Петр Яковлевич Чаадаев** — философ, публицист, автор "Философических писем"</a:t>
            </a:r>
          </a:p>
          <a:p/>
          <a:p>
            <a:r>
              <a:t>##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Радикалы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**Александр Иванович Герцен** — создатель теории русского социализма</a:t>
            </a:r>
          </a:p>
          <a:p>
            <a:r>
              <a:t>- **Николай Платонович Огарев** — поэт, публицист</a:t>
            </a:r>
          </a:p>
          <a:p>
            <a:r>
              <a:t>- **Михаил Васильевич Петрашевский** — руководитель революционного кружка</a:t>
            </a:r>
          </a:p>
          <a:p>
            <a:r>
              <a:t>- **Федор Михайлович Достоевский** — писатель, член кружка Петрашевского</a:t>
            </a:r>
          </a:p>
          <a:p>
            <a:r>
              <a:t>- **Михаил Евграфович Салтыков-Щедрин** — писатель, член кружка Петрашевского</a:t>
            </a:r>
          </a:p>
          <a:p>
            <a:r>
              <a:t>- **Николай Алексеевич Спешнев** — революционер, член кружка Петрашевского</a:t>
            </a:r>
          </a:p>
          <a:p/>
          <a:p>
            <a:r>
              <a:t>#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Направление | Отношение к самодержавию | Отношение к крепостному праву | Путь развития России | Методы изменений |</a:t>
            </a:r>
          </a:p>
          <a:p>
            <a:r>
              <a:t>|-------------|--------------------------|-------------------------------|----------------------|------------------|</a:t>
            </a:r>
          </a:p>
          <a:p>
            <a:r>
              <a:t>| Консерваторы | Поддержка, основа государства | Сохранение | Самобытный, без заимствований | Не нужны, вредны |</a:t>
            </a:r>
          </a:p>
          <a:p>
            <a:r>
              <a:t>| Славянофилы | Сохранение, но с совещательным органом | Отмена | Самобытный, возврат к допетровским традициям | Реформы сверху |</a:t>
            </a:r>
          </a:p>
          <a:p>
            <a:r>
              <a:t>| Западники | Замена на конституционную монархию | Отмена | Европейский, по пути Петра I | Реформы сверху |</a:t>
            </a:r>
          </a:p>
          <a:p>
            <a:r>
              <a:t>| Радикалы | Свержение | Отмена | Социалистический, революционный | Революция |</a:t>
            </a:r>
          </a:p>
          <a:p/>
          <a:p>
            <a:r>
              <a:t>#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**1830-1850-е гг.** — оформление славянофильства как течения</a:t>
            </a:r>
          </a:p>
          <a:p>
            <a:r>
              <a:t>- **1836 г.** — публикация "Философического письма" П.Я. Чаадаева в журнале "Телескоп"</a:t>
            </a:r>
          </a:p>
          <a:p>
            <a:r>
              <a:t>- **1826-1827 гг.** — деятельность кружка братьев Критских</a:t>
            </a:r>
          </a:p>
          <a:p>
            <a:r>
              <a:t>- **1831-1834 гг.** — действие кружка А.И. Герцена и Н.П. Огарева</a:t>
            </a:r>
          </a:p>
          <a:p>
            <a:r>
              <a:t>- **1845-1849 гг.** — существование кружка М.В. Петрашевского</a:t>
            </a:r>
          </a:p>
          <a:p>
            <a:r>
              <a:t>- **1849 г.** — аресты членов кружка Петрашевского</a:t>
            </a:r>
          </a:p>
          <a:p/>
          <a:p>
            <a:r>
              <a:t>#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**Теория официальной народности** — консервативная идеология, разработанная С.С. Уваровым</a:t>
            </a:r>
          </a:p>
          <a:p>
            <a:r>
              <a:t>- **Земские соборы** — исторический пример народного представительства, на который ссылались славянофилы</a:t>
            </a:r>
          </a:p>
          <a:p>
            <a:r>
              <a:t>- **Утопический социализм** — идеи об обществе всеобщего равенства, повлиявшие на русских революционеров</a:t>
            </a:r>
          </a:p>
          <a:p>
            <a:r>
              <a:t>- **Русский социализм** — теория А.И. Герцена о возможности построения социализма в России на основе крестьянской общины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19</cp:revision>
  <dcterms:created xsi:type="dcterms:W3CDTF">2025-04-09T13:28:27Z</dcterms:created>
  <dcterms:modified xsi:type="dcterms:W3CDTF">2025-04-14T11:36:11Z</dcterms:modified>
</cp:coreProperties>
</file>