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96B41-9A9C-4052-8035-A8D9F5931C85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5DF0-20AC-462E-8CB1-8E23CDE5BF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167D8A-BD8D-9060-098D-E88B96600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6356" y="-21902"/>
            <a:ext cx="12348356" cy="69018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E47-C2E9-AEDE-8DC5-20A7807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672" y="1854199"/>
            <a:ext cx="8310623" cy="1843913"/>
          </a:xfrm>
        </p:spPr>
        <p:txBody>
          <a:bodyPr anchor="b">
            <a:normAutofit/>
          </a:bodyPr>
          <a:lstStyle>
            <a:lvl1pPr algn="ctr">
              <a:defRPr sz="3600">
                <a:latin typeface="Biome" panose="020B0502040204020203" pitchFamily="34" charset="0"/>
                <a:cs typeface="Biome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0D11-1F56-D856-9100-A0313AFFC5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6672" y="3952755"/>
            <a:ext cx="8310623" cy="92886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err="1"/>
              <a:t>Цифриум</a:t>
            </a:r>
            <a:r>
              <a:rPr lang="en-US" dirty="0"/>
              <a:t>,</a:t>
            </a:r>
            <a:r>
              <a:rPr lang="ru-RU" dirty="0"/>
              <a:t> 2025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0D0D8-6CA2-A6B7-1566-55759FC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650A-0E3B-4BD7-8BAB-E007F1B59A9B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AC99-2483-B3EA-1BD2-20C6846C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1584E8-0F47-C688-BE34-793ED12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B2A66DA-CCB5-E16F-59F6-342412802777}"/>
              </a:ext>
            </a:extLst>
          </p:cNvPr>
          <p:cNvCxnSpPr/>
          <p:nvPr userDrawn="1"/>
        </p:nvCxnSpPr>
        <p:spPr>
          <a:xfrm>
            <a:off x="1932972" y="3825433"/>
            <a:ext cx="82643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7B9182-EA09-945C-B4C1-EB6EBA3CE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94CF4-E5EA-1639-04E3-0C93EAB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92F46-2DFD-8ACD-83EF-4490870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BA0F3-870C-C6EC-CC44-6CC2E16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6FA4-36D9-402E-A945-AA53C61A648E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486EF-B84E-C85C-5C13-B7DF8CD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E0268-8E5B-E63A-DE2F-44FFC6F8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6E183-E0C6-4BCE-99D6-8558BEFADD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00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7B1C-5B57-E4EB-FB20-8AA65CCD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88370-E53D-6F78-A5E2-990C86BF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A3C43-28A8-CD6C-9479-004E03BC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E5C-2431-460B-BD76-E47106274C3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1EA661-8705-B076-50AC-24E421DC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D4D8E-E731-30C1-E191-2DBDE121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6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82901-AF04-08CA-132C-4DF9327E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9029F-0CCB-7C49-64BB-784EAD3C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6558-B14B-A58C-9CAC-C0BC8081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E41A1B-C939-93B9-A954-A2F3B19C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94B67-4ADF-4D3C-86EA-C3DC53863063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6D24A-F5A4-926B-572C-7B23075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04B7-6749-C638-AABB-0057D5EF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3D45D-9C34-C108-1D52-116CC77A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92B12-1CBA-5100-1DE0-28D3B8FF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F60BF-C2B4-0557-C047-952415C45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27DA2C-A1ED-47E8-07C8-DFAA6D66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2C83D-2082-A662-1A99-F737A5C2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3B955C-34E9-658D-4F65-FE48764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BB1D-9994-422F-B4E1-4AE863DCE9A3}" type="datetime1">
              <a:rPr lang="ru-RU" smtClean="0"/>
              <a:t>15.04.2025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F469-7109-D3A8-60B3-A46F947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988FA-9149-36AD-D1EB-F23AF64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1D75-FCD7-0841-E868-8AD6F7D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693188-5FC2-E61E-AF87-C38EF092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41522-599E-4596-9232-F2F082473CE8}" type="datetime1">
              <a:rPr lang="ru-RU" smtClean="0"/>
              <a:t>15.04.2025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CE5901-B0F5-4B22-39E5-7E7A15FC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5B0D4-091C-AC1D-2FFF-318BAD6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41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017982-7913-94E9-A996-3D6454A5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48A3-8464-49B7-9DE9-B0F81F5D3F86}" type="datetime1">
              <a:rPr lang="ru-RU" smtClean="0"/>
              <a:t>15.04.2025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F5DB7-B5D5-2F84-6609-B24EDD2F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A75F-2E7B-C799-F81C-94F2530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5866F-6C6D-F16F-5B7C-193F1A9D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DAE32-4C9D-0914-96B7-ACC1D7E1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BD092-5640-1D87-A676-4CD2F1A6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B72DC-A4F3-EC7B-7713-557A43A1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3F5-67A2-41BE-9950-8D79654A846F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3D04CE-C6BB-4990-31A9-97F53F1A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C6CF7-03BF-66A4-126C-8BEBAF3B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80CC9-2E85-DE70-175E-E3A482CD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2C3C1-1887-C51C-D6ED-ECF95029C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970E7-C5EB-2BE2-777C-7C7E90F4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5D1CA-4402-ADF9-51F3-66FCF1CB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DF19-CD53-431C-AB0F-CAD5D3051801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5E4B4-A77E-B3CE-7267-5A1B5575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2EE32F-9FFD-435B-E881-9929D270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0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BF91-DD55-E7BF-B56F-D6FB9457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DC85-3682-BFE7-6A67-87D2D835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0200F-5589-68D2-9F22-E58BE18D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673-A1EB-48F5-8D56-B45AE7B462D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9A141-8F3D-AF3F-B37A-32C345E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6B11F-520E-3C01-9248-80B9021C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FD29C4-86E8-7F86-5B4A-C3ADF434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D4B7A0-1A29-96D0-C070-907E9236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A686F-8030-9E6C-4EDF-C7E278FE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E63A-4CD3-4577-BA10-C3E9E7DF5D92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A302C-4F69-BFF5-6CA5-C7E8088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48533-4C30-C3C0-6179-954D1D2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BEDE9-E42D-7C9A-F215-2B99D40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080"/>
            <a:ext cx="10515600" cy="82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A0F1D-C825-C722-7C96-88A8669E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830"/>
            <a:ext cx="10515600" cy="507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7410-4BED-54D8-D263-FACF93FCA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31C6-FC4D-4C30-8A5E-77202BDC8D2F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EC32-8CC7-5653-51A8-D5CD8136D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410A5-1B12-1341-B493-F19CD3E8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50000"/>
            </a:schemeClr>
          </a:solidFill>
          <a:latin typeface="Biome" panose="020B0503030204020804" pitchFamily="34" charset="0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Общественное движение в России во второй четверти XIX века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00:00 - 00:35: Обзор общественного движения в России во второй четверти XIX века
00:35 - 01:10: Описание консервативного направления
01:10 - 01:38: Описание либерального направления
01:38 - 02:04: Описание радикального направления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концепции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 i="0" sz="2000">
                <a:solidFill>
                  <a:srgbClr val="DC6EF0"/>
                </a:solidFill>
              </a:rPr>
              <a:t>Консерватизм</a:t>
            </a:r>
          </a:p>
          <a:p>
            <a:pPr/>
            <a:r>
              <a:t>• Теория официальной народности (Сергей Семенович Уваров)</a:t>
            </a:r>
          </a:p>
          <a:p>
            <a:pPr/>
            <a:r>
              <a:t>• Самодержавие, православие и народность как основные принципы</a:t>
            </a:r>
          </a:p>
          <a:p>
            <a:pPr/>
            <a:r>
              <a:t>• Сторонники: Николай Герасимович Устрялов, Михаил Петрович Погодин, Фадди Венедиктович Булгарин, Николай Иванович Греч, Михаил Николаевич Загоскин</a:t>
            </a:r>
          </a:p>
          <a:p>
            <a:pPr/>
            <a:r>
              <a:rPr b="1" i="0" sz="2000">
                <a:solidFill>
                  <a:srgbClr val="DC6EF0"/>
                </a:solidFill>
              </a:rPr>
              <a:t>Либерализм</a:t>
            </a:r>
          </a:p>
          <a:p>
            <a:pPr/>
            <a:r>
              <a:t>• Расширение естественных прав человека</a:t>
            </a:r>
          </a:p>
          <a:p>
            <a:pPr/>
            <a:r>
              <a:t>• Государство не является единственным регулятором общественных отношений</a:t>
            </a:r>
          </a:p>
          <a:p>
            <a:pPr/>
            <a:r>
              <a:t>• Сторонники: Николай Иванович Греч, Михаил Петрович Погодин, Фадди Венедиктович Булгарин</a:t>
            </a:r>
          </a:p>
          <a:p>
            <a:pPr/>
            <a:r>
              <a:rPr b="1" i="0" sz="2000">
                <a:solidFill>
                  <a:srgbClr val="DC6EF0"/>
                </a:solidFill>
              </a:rPr>
              <a:t>Радикализм</a:t>
            </a:r>
          </a:p>
          <a:p>
            <a:pPr/>
            <a:r>
              <a:t>• Революционные идеи: революция как способ преобразования государства</a:t>
            </a:r>
          </a:p>
          <a:p>
            <a:pPr/>
            <a:r>
              <a:t>• Сторонники: Александр Иванович Герцен, Николай Платонович Огарев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персоны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Сергей Семенович Уваров (1796-1855) - теоретик консерватизма</a:t>
            </a:r>
          </a:p>
          <a:p>
            <a:pPr/>
            <a:r>
              <a:t>• Николай Герасимович Устрялов (1796-1868) - сторонник консерватизма</a:t>
            </a:r>
          </a:p>
          <a:p>
            <a:pPr/>
            <a:r>
              <a:t>• Михаил Петрович Погодин (1800-1855) - сторонник консерватизма</a:t>
            </a:r>
          </a:p>
          <a:p>
            <a:pPr/>
            <a:r>
              <a:t>• Александр Иванович Герцен (1812-1852) - теоретик радикализма</a:t>
            </a:r>
          </a:p>
          <a:p>
            <a:pPr/>
            <a:r>
              <a:t>• Николай Платонович Огарев (1813-1877) - теоретик радикализма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концепций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| Концепция | Самодержавие | Православие | Народность | Государство | Революция |
| Консерватизм | | | | |  |
| Либерализм |  |  |  | | |
| Радикализм |  |  |  | |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Даты ключевых событий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1826-1827: Создание кружка братьев Курсантов</a:t>
            </a:r>
          </a:p>
          <a:p>
            <a:pPr/>
            <a:r>
              <a:t>• 1831-1834: Создание кружка Александра Ивановича Герцена и Николая Платоновича Огарева</a:t>
            </a:r>
          </a:p>
          <a:p>
            <a:pPr/>
            <a:r>
              <a:t>• 1844: Создание кружка Михаила Васильевича Петрашевского</a:t>
            </a:r>
          </a:p>
          <a:p>
            <a:pPr/>
            <a:r>
              <a:t>• 1845-1849: Арест и приговор членов кружка Петрашевского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Arial</vt:lpstr>
      <vt:lpstr>Biome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V. S</dc:creator>
  <cp:lastModifiedBy>Sergey V. S</cp:lastModifiedBy>
  <cp:revision>23</cp:revision>
  <dcterms:created xsi:type="dcterms:W3CDTF">2025-04-09T13:28:27Z</dcterms:created>
  <dcterms:modified xsi:type="dcterms:W3CDTF">2025-04-15T14:41:03Z</dcterms:modified>
</cp:coreProperties>
</file>