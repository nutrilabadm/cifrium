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с форматированием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b="1" i="0" sz="1800">
                <a:solidFill>
                  <a:srgbClr val="000000"/>
                </a:solidFill>
                <a:latin typeface="Arial"/>
              </a:rPr>
              <a:t>Жирный текст</a:t>
            </a:r>
            <a:r>
              <a:t>Жирный текст</a:t>
            </a:r>
            <a:r>
              <a:t>, </a:t>
            </a:r>
            <a:r>
              <a:rPr b="0" i="1" sz="1800">
                <a:solidFill>
                  <a:srgbClr val="000000"/>
                </a:solidFill>
                <a:latin typeface="Arial"/>
              </a:rPr>
              <a:t>наклонный текст</a:t>
            </a:r>
            <a:r>
              <a:t>наклонный текст</a:t>
            </a:r>
            <a:r>
              <a:t>, обычный текст.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Список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Первый пункт</a:t>
            </a:r>
          </a:p>
          <a:p>
            <a:pPr/>
            <a:r>
              <a:t>• Жирный пункт</a:t>
            </a:r>
          </a:p>
          <a:p>
            <a:pPr/>
            <a:r>
              <a:t>• Курсивный пункт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Таблица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r>
                        <a:t>Имя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Возраст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Город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Анна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Москва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Борис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Казань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Ирина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Омск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