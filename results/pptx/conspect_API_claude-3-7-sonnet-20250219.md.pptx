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15.04.2025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15.04.2025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15.04.2025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занятия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Основные направления общественного движения</a:t>
            </a:r>
          </a:p>
          <a:p>
            <a:pPr/>
            <a:r>
              <a:t>2. Консервативное направление </a:t>
            </a:r>
          </a:p>
          <a:p>
            <a:pPr/>
            <a:r>
              <a:t>3. Либеральное направление (западники и славянофилы)</a:t>
            </a:r>
          </a:p>
          <a:p>
            <a:pPr/>
            <a:r>
              <a:t>4. Революционное (радикальное) направление</a:t>
            </a:r>
          </a:p>
          <a:p>
            <a:pPr/>
            <a:r>
              <a:t>5. Студенческие кружки 1820-30-х годов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 i="0" sz="2000">
                <a:solidFill>
                  <a:srgbClr val="DC6EF0"/>
                </a:solidFill>
              </a:rPr>
              <a:t>Три направления общественного движения</a:t>
            </a:r>
          </a:p>
          <a:p>
            <a:pPr/>
            <a:r>
              <a:t>• Консервативное — сохранение самодержавия и существующего порядка</a:t>
            </a:r>
          </a:p>
          <a:p>
            <a:pPr/>
            <a:r>
              <a:t>• Либеральное — реформирование государства, отмена крепостного права</a:t>
            </a:r>
          </a:p>
          <a:p>
            <a:pPr/>
            <a:r>
              <a:t>• Радикальное — революционные преобразования общества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Теория официальной народности (С.С. Уваров)</a:t>
            </a:r>
          </a:p>
          <a:p>
            <a:r>
              <a:t>Базировалась на трех принципах:
- </a:t>
            </a:r>
            <a:r>
              <a:t>Самодержавие</a:t>
            </a:r>
            <a:r>
              <a:t> — основа жизни русского общества
- </a:t>
            </a:r>
            <a:r>
              <a:t>Православие</a:t>
            </a:r>
            <a:r>
              <a:t> — ориентация на общее благо и справедливость
- </a:t>
            </a:r>
            <a:r>
              <a:t>Народность</a:t>
            </a:r>
            <a:r>
              <a:t> — единство народа, сплоченного вокруг царя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Либеральные течения</a:t>
            </a:r>
          </a:p>
          <a:p>
            <a:pPr/>
            <a:r>
              <a:t>• Славянофильство — религиозно-философское течение, выступавшее за самобытный путь развития России</a:t>
            </a:r>
          </a:p>
          <a:p>
            <a:pPr/>
            <a:r>
              <a:t>• Западничество — движение за европейский путь развития России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Революционное направление</a:t>
            </a:r>
          </a:p>
          <a:p>
            <a:pPr/>
            <a:r>
              <a:t>• Продолжение идей декабристов</a:t>
            </a:r>
          </a:p>
          <a:p>
            <a:pPr/>
            <a:r>
              <a:t>• Влияние французского утопического социализма</a:t>
            </a:r>
          </a:p>
          <a:p>
            <a:pPr/>
            <a:r>
              <a:t>• Идея революции как единственного пути преобразования государства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персоны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 i="0" sz="2000">
                <a:solidFill>
                  <a:srgbClr val="DC6EF0"/>
                </a:solidFill>
              </a:rPr>
              <a:t>Консерваторы</a:t>
            </a:r>
          </a:p>
          <a:p>
            <a:pPr/>
            <a:r>
              <a:t>• Сергей Семенович Уваров — идеолог консерватизма, автор теории официальной народности</a:t>
            </a:r>
          </a:p>
          <a:p>
            <a:pPr/>
            <a:r>
              <a:t>• Николай Герасимович Устрялов — сторонник консервативных идей</a:t>
            </a:r>
          </a:p>
          <a:p>
            <a:pPr/>
            <a:r>
              <a:t>• Михаил Петрович Погодин — историк, консерватор</a:t>
            </a:r>
          </a:p>
          <a:p>
            <a:pPr/>
            <a:r>
              <a:t>• Фаддей Венедиктович Булгарин — писатель, журналист</a:t>
            </a:r>
          </a:p>
          <a:p>
            <a:pPr/>
            <a:r>
              <a:t>• Николай Иванович Греч — писатель, редактор</a:t>
            </a:r>
          </a:p>
          <a:p>
            <a:pPr/>
            <a:r>
              <a:t>• Михаил Николаевич Загоскин — писатель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Славянофилы</a:t>
            </a:r>
          </a:p>
          <a:p>
            <a:pPr/>
            <a:r>
              <a:t>• Алексей и Константин Аксаковы — теоретики славянофильства</a:t>
            </a:r>
          </a:p>
          <a:p>
            <a:pPr/>
            <a:r>
              <a:t>• Иван и Петр Киреевские — идеологи славянофильства</a:t>
            </a:r>
          </a:p>
          <a:p>
            <a:pPr/>
            <a:r>
              <a:t>• Юрий Федорович Самарин — общественный деятель</a:t>
            </a:r>
          </a:p>
          <a:p>
            <a:pPr/>
            <a:r>
              <a:t>• Александр Иванович Кошелев — публицист</a:t>
            </a:r>
          </a:p>
          <a:p>
            <a:pPr/>
            <a:r>
              <a:t>• Александр Степанович Хомяков — основоположник идей славянофилов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Западники</a:t>
            </a:r>
          </a:p>
          <a:p>
            <a:pPr/>
            <a:r>
              <a:t>• Тимофей Николаевич Грановский — историк, лидер западников</a:t>
            </a:r>
          </a:p>
          <a:p>
            <a:pPr/>
            <a:r>
              <a:t>• Сергей Михайлович Соловьев — историк</a:t>
            </a:r>
          </a:p>
          <a:p>
            <a:pPr/>
            <a:r>
              <a:t>• Константин Дмитриевич Кавелин — историк, юрист</a:t>
            </a:r>
          </a:p>
          <a:p>
            <a:pPr/>
            <a:r>
              <a:t>• Павел Васильевич Анненков — литературный критик</a:t>
            </a:r>
          </a:p>
          <a:p>
            <a:pPr/>
            <a:r>
              <a:t>• Василий Петрович Боткин — литературный критик</a:t>
            </a:r>
          </a:p>
          <a:p>
            <a:pPr/>
            <a:r>
              <a:t>• Иван Сергеевич Тургенев — писатель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Влиявшие на оба либеральных направления</a:t>
            </a:r>
          </a:p>
          <a:p>
            <a:pPr/>
            <a:r>
              <a:t>• Петр Яковлевич Чаадаев — философ, публицист, автор "Философических писем"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Радикалы</a:t>
            </a:r>
          </a:p>
          <a:p>
            <a:pPr/>
            <a:r>
              <a:t>• Александр Иванович Герцен — создатель теории русского социализма</a:t>
            </a:r>
          </a:p>
          <a:p>
            <a:pPr/>
            <a:r>
              <a:t>• Николай Платонович Огарев — поэт, публицист</a:t>
            </a:r>
          </a:p>
          <a:p>
            <a:pPr/>
            <a:r>
              <a:t>• Михаил Васильевич Петрашевский — руководитель революционного кружка</a:t>
            </a:r>
          </a:p>
          <a:p>
            <a:pPr/>
            <a:r>
              <a:t>• Федор Михайлович Достоевский — писатель, член кружка Петрашевского</a:t>
            </a:r>
          </a:p>
          <a:p>
            <a:pPr/>
            <a:r>
              <a:t>• Михаил Евграфович Салтыков-Щедрин — писатель, член кружка Петрашевского</a:t>
            </a:r>
          </a:p>
          <a:p>
            <a:pPr/>
            <a:r>
              <a:t>• Николай Алексеевич Спешнев — революционер, член кружка Петрашевского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концепций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r>
                        <a:rPr sz="900"/>
                        <a:t>Направление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Отношение к самодержавию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Отношение к крепостному праву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Путь развития России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Методы изменений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00"/>
                        <a:t>Консерваторы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Поддержка, основа государства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Сохранение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Самобытный, без заимствований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Не нужны, вредны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00"/>
                        <a:t>Славянофилы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Сохранение, но с совещательным органом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Отмена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Самобытный, возврат к допетровским традициям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Реформы сверху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00"/>
                        <a:t>Западники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Замена на конституционную монархию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Отмена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Европейский, по пути Петра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Реформы сверху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00"/>
                        <a:t>Радикалы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Свержение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Отмена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Социалистический, революционный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Революция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Даты ключевых событий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1830-1850-е гг. — оформление славянофильства как течения</a:t>
            </a:r>
          </a:p>
          <a:p>
            <a:pPr/>
            <a:r>
              <a:t>• 1836 г. — публикация "Философического письма" П.Я. Чаадаева в журнале "Телескоп"</a:t>
            </a:r>
          </a:p>
          <a:p>
            <a:pPr/>
            <a:r>
              <a:t>• 1826-1827 гг. — деятельность кружка братьев Критских</a:t>
            </a:r>
          </a:p>
          <a:p>
            <a:pPr/>
            <a:r>
              <a:t>• 1831-1834 гг. — действие кружка А.И. Герцена и Н.П. Огарева</a:t>
            </a:r>
          </a:p>
          <a:p>
            <a:pPr/>
            <a:r>
              <a:t>• 1845-1849 гг. — существование кружка М.В. Петрашевского</a:t>
            </a:r>
          </a:p>
          <a:p>
            <a:pPr/>
            <a:r>
              <a:t>• 1849 г. — аресты членов кружка Петрашевского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понятия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Теория официальной народности — консервативная идеология, разработанная С.С. Уваровым</a:t>
            </a:r>
          </a:p>
          <a:p>
            <a:pPr/>
            <a:r>
              <a:t>• Земские соборы — исторический пример народного представительства, на который ссылались славянофилы</a:t>
            </a:r>
          </a:p>
          <a:p>
            <a:pPr/>
            <a:r>
              <a:t>• Утопический социализм — идеи об обществе всеобщего равенства, повлиявшие на русских революционеров</a:t>
            </a:r>
          </a:p>
          <a:p>
            <a:pPr/>
            <a:r>
              <a:t>• Русский социализм — теория А.И. Герцена о возможности построения социализма в России на основе крестьянской общины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23</cp:revision>
  <dcterms:created xsi:type="dcterms:W3CDTF">2025-04-09T13:28:27Z</dcterms:created>
  <dcterms:modified xsi:type="dcterms:W3CDTF">2025-04-15T14:41:03Z</dcterms:modified>
</cp:coreProperties>
</file>