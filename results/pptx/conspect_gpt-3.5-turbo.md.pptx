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4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96B41-9A9C-4052-8035-A8D9F5931C85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D5DF0-20AC-462E-8CB1-8E23CDE5BF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8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167D8A-BD8D-9060-098D-E88B96600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6356" y="-21902"/>
            <a:ext cx="12348356" cy="690180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A5E47-C2E9-AEDE-8DC5-20A78071C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672" y="1854199"/>
            <a:ext cx="8310623" cy="1843913"/>
          </a:xfrm>
        </p:spPr>
        <p:txBody>
          <a:bodyPr anchor="b">
            <a:normAutofit/>
          </a:bodyPr>
          <a:lstStyle>
            <a:lvl1pPr algn="ctr">
              <a:defRPr sz="3600">
                <a:latin typeface="Biome" panose="020B0502040204020203" pitchFamily="34" charset="0"/>
                <a:cs typeface="Biome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040D11-1F56-D856-9100-A0313AFFC5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86672" y="3952755"/>
            <a:ext cx="8310623" cy="92886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Biome" panose="020B0503030204020804" pitchFamily="34" charset="0"/>
                <a:cs typeface="Biome" panose="020B05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err="1"/>
              <a:t>Цифриум</a:t>
            </a:r>
            <a:r>
              <a:rPr lang="en-US" dirty="0"/>
              <a:t>,</a:t>
            </a:r>
            <a:r>
              <a:rPr lang="ru-RU" dirty="0"/>
              <a:t> 2025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0D0D8-6CA2-A6B7-1566-55759FC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650A-0E3B-4BD7-8BAB-E007F1B59A9B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FAC99-2483-B3EA-1BD2-20C6846C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1584E8-0F47-C688-BE34-793ED12A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B2A66DA-CCB5-E16F-59F6-342412802777}"/>
              </a:ext>
            </a:extLst>
          </p:cNvPr>
          <p:cNvCxnSpPr/>
          <p:nvPr userDrawn="1"/>
        </p:nvCxnSpPr>
        <p:spPr>
          <a:xfrm>
            <a:off x="1932972" y="3825433"/>
            <a:ext cx="826432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34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B7B9182-EA09-945C-B4C1-EB6EBA3CE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782"/>
            <a:ext cx="12192000" cy="68484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94CF4-E5EA-1639-04E3-0C93EAB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92F46-2DFD-8ACD-83EF-44908704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3BA0F3-870C-C6EC-CC44-6CC2E168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6FA4-36D9-402E-A945-AA53C61A648E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486EF-B84E-C85C-5C13-B7DF8CDB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E0268-8E5B-E63A-DE2F-44FFC6F8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6E183-E0C6-4BCE-99D6-8558BEFADDE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000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7B1C-5B57-E4EB-FB20-8AA65CCD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388370-E53D-6F78-A5E2-990C86BF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A3C43-28A8-CD6C-9479-004E03BC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FDE5C-2431-460B-BD76-E47106274C3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1EA661-8705-B076-50AC-24E421DC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D4D8E-E731-30C1-E191-2DBDE121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26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82901-AF04-08CA-132C-4DF9327E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9029F-0CCB-7C49-64BB-784EAD3CB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926558-B14B-A58C-9CAC-C0BC8081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E41A1B-C939-93B9-A954-A2F3B19C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94B67-4ADF-4D3C-86EA-C3DC53863063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6D24A-F5A4-926B-572C-7B23075D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B04B7-6749-C638-AABB-0057D5EF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3D45D-9C34-C108-1D52-116CC77A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392B12-1CBA-5100-1DE0-28D3B8FF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F60BF-C2B4-0557-C047-952415C45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27DA2C-A1ED-47E8-07C8-DFAA6D66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B2C83D-2082-A662-1A99-F737A5C2ED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3B955C-34E9-658D-4F65-FE487640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BB1D-9994-422F-B4E1-4AE863DCE9A3}" type="datetime1">
              <a:rPr lang="ru-RU" smtClean="0"/>
              <a:t>15.04.2025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D5F469-7109-D3A8-60B3-A46F9470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2988FA-9149-36AD-D1EB-F23AF64F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0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01D75-FCD7-0841-E868-8AD6F7D8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693188-5FC2-E61E-AF87-C38EF092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41522-599E-4596-9232-F2F082473CE8}" type="datetime1">
              <a:rPr lang="ru-RU" smtClean="0"/>
              <a:t>15.04.2025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CE5901-B0F5-4B22-39E5-7E7A15FC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85B0D4-091C-AC1D-2FFF-318BAD6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41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017982-7913-94E9-A996-3D6454A5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48A3-8464-49B7-9DE9-B0F81F5D3F86}" type="datetime1">
              <a:rPr lang="ru-RU" smtClean="0"/>
              <a:t>15.04.2025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BF5DB7-B5D5-2F84-6609-B24EDD2F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A6A75F-2E7B-C799-F81C-94F2530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8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5866F-6C6D-F16F-5B7C-193F1A9D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DAE32-4C9D-0914-96B7-ACC1D7E1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BD092-5640-1D87-A676-4CD2F1A6F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B72DC-A4F3-EC7B-7713-557A43A1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B33F5-67A2-41BE-9950-8D79654A846F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3D04CE-C6BB-4990-31A9-97F53F1A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C6CF7-03BF-66A4-126C-8BEBAF3B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80CC9-2E85-DE70-175E-E3A482CD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2C3C1-1887-C51C-D6ED-ECF95029C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D970E7-C5EB-2BE2-777C-7C7E90F4F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A5D1CA-4402-ADF9-51F3-66FCF1CB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DF19-CD53-431C-AB0F-CAD5D3051801}" type="datetime1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5E4B4-A77E-B3CE-7267-5A1B5575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2EE32F-9FFD-435B-E881-9929D270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40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BF91-DD55-E7BF-B56F-D6FB9457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9DC85-3682-BFE7-6A67-87D2D8352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30200F-5589-68D2-9F22-E58BE18D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3673-A1EB-48F5-8D56-B45AE7B462D6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B9A141-8F3D-AF3F-B37A-32C345E7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C6B11F-520E-3C01-9248-80B9021C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01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FD29C4-86E8-7F86-5B4A-C3ADF434B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D4B7A0-1A29-96D0-C070-907E9236C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A686F-8030-9E6C-4EDF-C7E278FE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E63A-4CD3-4577-BA10-C3E9E7DF5D92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FA302C-4F69-BFF5-6CA5-C7E80887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48533-4C30-C3C0-6179-954D1D26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BEDE9-E42D-7C9A-F215-2B99D400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080"/>
            <a:ext cx="10515600" cy="82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A0F1D-C825-C722-7C96-88A8669E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4830"/>
            <a:ext cx="10515600" cy="5075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C27410-4BED-54D8-D263-FACF93FCA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31C6-FC4D-4C30-8A5E-77202BDC8D2F}" type="datetime1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2EC32-8CC7-5653-51A8-D5CD8136D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410A5-1B12-1341-B493-F19CD3E89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6B61A-059E-4FE7-8B1B-A35914EDFF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90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50000"/>
            </a:schemeClr>
          </a:solidFill>
          <a:latin typeface="Biome" panose="020B0503030204020804" pitchFamily="34" charset="0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Biome" panose="020B0503030204020804" pitchFamily="34" charset="0"/>
          <a:ea typeface="+mn-ea"/>
          <a:cs typeface="Biome" panose="020B05030302040208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Конспект: Общественное движение в России во второй четверти XIX века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Введение - общее представление о направлениях общественного движения в XIX веке</a:t>
            </a:r>
          </a:p>
          <a:p>
            <a:pPr/>
            <a:r>
              <a:t>2. Консервативное направление</a:t>
            </a:r>
          </a:p>
          <a:p>
            <a:pPr/>
            <a:r>
              <a:t>3. Либеральное направление</a:t>
            </a:r>
          </a:p>
          <a:p>
            <a:pPr/>
            <a:r>
              <a:t>4. Славянофильство</a:t>
            </a:r>
          </a:p>
          <a:p>
            <a:pPr/>
            <a:r>
              <a:t>5. Западничество</a:t>
            </a:r>
          </a:p>
          <a:p>
            <a:pPr/>
            <a:r>
              <a:t>6. Революционные идеи</a:t>
            </a:r>
          </a:p>
          <a:p>
            <a:pPr/>
            <a:r>
              <a:t>7. Заключение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концепции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Консерватизм - идеология Сергея Уварова, основанная на самодержавии, православии и народности.</a:t>
            </a:r>
          </a:p>
          <a:p>
            <a:pPr/>
            <a:r>
              <a:t>• Либерализм - расширение прав человека, свобода совести, равенство перед законом.</a:t>
            </a:r>
          </a:p>
          <a:p>
            <a:pPr/>
            <a:r>
              <a:t>• Славянофильство - за самобытный путь развития России, поддержка самодержавия с элементами народного представительства.</a:t>
            </a:r>
          </a:p>
          <a:p>
            <a:pPr/>
            <a:r>
              <a:t>• Западничество - стремление к общеевропейскому развитию, конституционная монархия, парламент и рыночная экономика.</a:t>
            </a:r>
          </a:p>
          <a:p>
            <a:pPr/>
            <a:r>
              <a:t>• Революционные идеи - противостояние самодержавию через революционные изменения.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персоны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Сергей Семенович Уваров (1786-1855) - идеолог консерватизма, создатель теории официальной народности.</a:t>
            </a:r>
          </a:p>
          <a:p>
            <a:pPr/>
            <a:r>
              <a:t>• Николай Герасимович Устрялов (1789-1866) и Михаил Петрович Погодин (1800-1875) - сторонники Уварова.</a:t>
            </a:r>
          </a:p>
          <a:p>
            <a:pPr/>
            <a:r>
              <a:t>• Александр Степанович Хомяков (1804-1860) - основоположник славянофильства.</a:t>
            </a:r>
          </a:p>
          <a:p>
            <a:pPr/>
            <a:r>
              <a:t>• Петр Яковлевич Чаадаев (1794-1856) - философ, описавший духовный застой в России.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концепций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914400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640079">
                <a:tc>
                  <a:txBody>
                    <a:bodyPr/>
                    <a:lstStyle/>
                    <a:p>
                      <a:r>
                        <a:rPr sz="900"/>
                        <a:t>Концепция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Основные идеи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900"/>
                        <a:t>Консерватизм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Самодержавие, православие, народность. Уваров, Устрялов, Погодин.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900"/>
                        <a:t>Либерализм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Расширение прав человека, свобода, равенство.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900"/>
                        <a:t>Славянофильство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Самобытный путь развития, поддержка самодержавия с элементами представительства народа. Хомяков, братья Аксаковы.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900"/>
                        <a:t>Западничество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Общеевропейское развитие, конституционная монархия, парламент. Грановский, Соловьев.</a:t>
                      </a:r>
                    </a:p>
                  </a:txBody>
                  <a:tcPr/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900"/>
                        <a:t>Революционные идеи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Противостояние самодержавию через революционные изменения. Герцен, Огарев, Петрашевский.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Даты ключевых событий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1836 - Публикация философских писем Чаадаева.</a:t>
            </a:r>
          </a:p>
          <a:p>
            <a:pPr/>
            <a:r>
              <a:t>• 1826-1827 - Деятельность кружка братьев Критских.</a:t>
            </a:r>
          </a:p>
          <a:p>
            <a:pPr/>
            <a:r>
              <a:t>• 1831-1834 - Деятельность кружка Герцена и Огарева.</a:t>
            </a:r>
          </a:p>
          <a:p>
            <a:pPr/>
            <a:r>
              <a:t>• 1845-1849 - Деятельность кружка Петрашевского.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Чек-лист для проверки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Кто был идеологом консерватизма в XIX веке?</a:t>
            </a:r>
          </a:p>
          <a:p>
            <a:pPr/>
            <a:r>
              <a:t>2. [ ] А) Александр Хомяков</a:t>
            </a:r>
          </a:p>
          <a:p>
            <a:pPr/>
            <a:r>
              <a:t>3. [x] Б) Сергей Уваров</a:t>
            </a:r>
          </a:p>
          <a:p>
            <a:pPr/>
            <a:r>
              <a:t>4. [ ] В) Петр Чаадаев</a:t>
            </a:r>
          </a:p>
          <a:p>
            <a:pPr/>
            <a:r>
              <a:t>5. Какие принципы лежали в основе теории официальной народности?</a:t>
            </a:r>
          </a:p>
          <a:p>
            <a:pPr/>
            <a:r>
              <a:t>6. [x] А) Самодержавие, православие, народность</a:t>
            </a:r>
          </a:p>
          <a:p>
            <a:pPr/>
            <a:r>
              <a:t>7. [ ] Б) Конституция, монархия, парламент</a:t>
            </a:r>
          </a:p>
          <a:p>
            <a:pPr/>
            <a:r>
              <a:t>8. [ ] В) Свобода, равенство, братство</a:t>
            </a:r>
          </a:p>
          <a:p>
            <a:pPr/>
            <a:r>
              <a:t>9. Кто из перечисленных был сторонником либерализма?</a:t>
            </a:r>
          </a:p>
          <a:p>
            <a:pPr/>
            <a:r>
              <a:t>10. [ ] А) Николай Устрялов</a:t>
            </a:r>
          </a:p>
          <a:p>
            <a:pPr/>
            <a:r>
              <a:t>11. [x] Б) Тимофей Грановский</a:t>
            </a:r>
          </a:p>
          <a:p>
            <a:pPr/>
            <a:r>
              <a:t>12. [ ] В) Александр Хомяков</a:t>
            </a:r>
          </a:p>
          <a:p>
            <a:pPr/>
            <a:r>
              <a:t>13. Какие два лагеря разделяли либеральное направление в России?</a:t>
            </a:r>
          </a:p>
          <a:p>
            <a:pPr/>
            <a:r>
              <a:t>14. [ ] А) Западники и реформаторы</a:t>
            </a:r>
          </a:p>
          <a:p>
            <a:pPr/>
            <a:r>
              <a:t>15. [x] Б) Западники и славянофилы</a:t>
            </a:r>
          </a:p>
          <a:p>
            <a:pPr/>
            <a:r>
              <a:t>16. [ ] В) Монархисты и республиканцы</a:t>
            </a:r>
          </a:p>
          <a:p>
            <a:pPr/>
            <a:r>
              <a:t>17. Какие идеи пропагандировали участники кружка Петрашевского?</a:t>
            </a:r>
          </a:p>
          <a:p>
            <a:pPr/>
            <a:r>
              <a:t>18. [ ] А) Самодержавие и консерватизм</a:t>
            </a:r>
          </a:p>
          <a:p>
            <a:pPr/>
            <a:r>
              <a:t>19. [ ] Б) Общественное равенство и революция</a:t>
            </a:r>
          </a:p>
          <a:p>
            <a:pPr/>
            <a:r>
              <a:t>20. [x] В) Расширение прав человека и либерализм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Aptos</vt:lpstr>
      <vt:lpstr>Arial</vt:lpstr>
      <vt:lpstr>Biome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V. S</dc:creator>
  <cp:lastModifiedBy>Sergey V. S</cp:lastModifiedBy>
  <cp:revision>23</cp:revision>
  <dcterms:created xsi:type="dcterms:W3CDTF">2025-04-09T13:28:27Z</dcterms:created>
  <dcterms:modified xsi:type="dcterms:W3CDTF">2025-04-15T14:41:03Z</dcterms:modified>
</cp:coreProperties>
</file>